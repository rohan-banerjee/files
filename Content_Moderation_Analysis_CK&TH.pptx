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7"/>
  </p:notesMasterIdLst>
  <p:sldIdLst>
    <p:sldId id="260" r:id="rId2"/>
    <p:sldId id="652" r:id="rId3"/>
    <p:sldId id="653" r:id="rId4"/>
    <p:sldId id="654" r:id="rId5"/>
    <p:sldId id="529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4202" userDrawn="1">
          <p15:clr>
            <a:srgbClr val="A4A3A4"/>
          </p15:clr>
        </p15:guide>
        <p15:guide id="4" pos="4610" userDrawn="1">
          <p15:clr>
            <a:srgbClr val="A4A3A4"/>
          </p15:clr>
        </p15:guide>
        <p15:guide id="5" orient="horz" pos="1049" userDrawn="1">
          <p15:clr>
            <a:srgbClr val="A4A3A4"/>
          </p15:clr>
        </p15:guide>
        <p15:guide id="6" orient="horz" pos="368" userDrawn="1">
          <p15:clr>
            <a:srgbClr val="A4A3A4"/>
          </p15:clr>
        </p15:guide>
        <p15:guide id="7" orient="horz" pos="4238">
          <p15:clr>
            <a:srgbClr val="A4A3A4"/>
          </p15:clr>
        </p15:guide>
        <p15:guide id="9" pos="550" userDrawn="1">
          <p15:clr>
            <a:srgbClr val="A4A3A4"/>
          </p15:clr>
        </p15:guide>
        <p15:guide id="10" pos="5359" userDrawn="1">
          <p15:clr>
            <a:srgbClr val="A4A3A4"/>
          </p15:clr>
        </p15:guide>
        <p15:guide id="11" pos="7480">
          <p15:clr>
            <a:srgbClr val="A4A3A4"/>
          </p15:clr>
        </p15:guide>
        <p15:guide id="12" pos="2206" userDrawn="1">
          <p15:clr>
            <a:srgbClr val="A4A3A4"/>
          </p15:clr>
        </p15:guide>
        <p15:guide id="13" pos="4066" userDrawn="1">
          <p15:clr>
            <a:srgbClr val="A4A3A4"/>
          </p15:clr>
        </p15:guide>
        <p15:guide id="14" pos="27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kur Singh Negi" initials="TSN" lastIdx="1" clrIdx="0">
    <p:extLst>
      <p:ext uri="{19B8F6BF-5375-455C-9EA6-DF929625EA0E}">
        <p15:presenceInfo xmlns:p15="http://schemas.microsoft.com/office/powerpoint/2012/main" userId="S-1-5-21-776561741-1364589140-682003330-164315" providerId="AD"/>
      </p:ext>
    </p:extLst>
  </p:cmAuthor>
  <p:cmAuthor id="2" name="Nikesh Prasad" initials="NP" lastIdx="18" clrIdx="1">
    <p:extLst>
      <p:ext uri="{19B8F6BF-5375-455C-9EA6-DF929625EA0E}">
        <p15:presenceInfo xmlns:p15="http://schemas.microsoft.com/office/powerpoint/2012/main" userId="Nikesh Prasad" providerId="None"/>
      </p:ext>
    </p:extLst>
  </p:cmAuthor>
  <p:cmAuthor id="3" name="Nirav Shah" initials="NS" lastIdx="7" clrIdx="2">
    <p:extLst>
      <p:ext uri="{19B8F6BF-5375-455C-9EA6-DF929625EA0E}">
        <p15:presenceInfo xmlns:p15="http://schemas.microsoft.com/office/powerpoint/2012/main" userId="S-1-5-21-776561741-1364589140-682003330-1437" providerId="AD"/>
      </p:ext>
    </p:extLst>
  </p:cmAuthor>
  <p:cmAuthor id="4" name="Miheer Talpade" initials="MT" lastIdx="6" clrIdx="3">
    <p:extLst>
      <p:ext uri="{19B8F6BF-5375-455C-9EA6-DF929625EA0E}">
        <p15:presenceInfo xmlns:p15="http://schemas.microsoft.com/office/powerpoint/2012/main" userId="S-1-5-21-776561741-1364589140-682003330-61954" providerId="AD"/>
      </p:ext>
    </p:extLst>
  </p:cmAuthor>
  <p:cmAuthor id="5" name="Devashish Satarkar" initials="DS" lastIdx="1" clrIdx="4">
    <p:extLst>
      <p:ext uri="{19B8F6BF-5375-455C-9EA6-DF929625EA0E}">
        <p15:presenceInfo xmlns:p15="http://schemas.microsoft.com/office/powerpoint/2012/main" userId="S-1-5-21-776561741-1364589140-682003330-164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B53"/>
    <a:srgbClr val="199DDB"/>
    <a:srgbClr val="213963"/>
    <a:srgbClr val="004F9A"/>
    <a:srgbClr val="1B7DAF"/>
    <a:srgbClr val="011D38"/>
    <a:srgbClr val="808080"/>
    <a:srgbClr val="404040"/>
    <a:srgbClr val="40050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29" autoAdjust="0"/>
    <p:restoredTop sz="95501" autoAdjust="0"/>
  </p:normalViewPr>
  <p:slideViewPr>
    <p:cSldViewPr snapToGrid="0" showGuides="1">
      <p:cViewPr varScale="1">
        <p:scale>
          <a:sx n="70" d="100"/>
          <a:sy n="70" d="100"/>
        </p:scale>
        <p:origin x="954" y="54"/>
      </p:cViewPr>
      <p:guideLst>
        <p:guide pos="4202"/>
        <p:guide pos="4610"/>
        <p:guide orient="horz" pos="1049"/>
        <p:guide orient="horz" pos="368"/>
        <p:guide orient="horz" pos="4238"/>
        <p:guide pos="550"/>
        <p:guide pos="5359"/>
        <p:guide pos="7480"/>
        <p:guide pos="2206"/>
        <p:guide pos="4066"/>
        <p:guide pos="277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130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81C37-9FEB-4137-968D-93E79894C79B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6A1DC-61FF-471E-AE59-93D5805EC0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6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ettyImages-537404125e.jpg">
            <a:extLst>
              <a:ext uri="{FF2B5EF4-FFF2-40B4-BE49-F238E27FC236}">
                <a16:creationId xmlns:a16="http://schemas.microsoft.com/office/drawing/2014/main" id="{445CD383-C07E-B340-A294-37BA6502E2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530" b="9954"/>
          <a:stretch/>
        </p:blipFill>
        <p:spPr>
          <a:xfrm>
            <a:off x="1" y="1"/>
            <a:ext cx="12188825" cy="640041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24FC802-A435-5D45-A61A-AE7B3271F674}"/>
              </a:ext>
            </a:extLst>
          </p:cNvPr>
          <p:cNvSpPr/>
          <p:nvPr userDrawn="1"/>
        </p:nvSpPr>
        <p:spPr>
          <a:xfrm>
            <a:off x="-2" y="0"/>
            <a:ext cx="12188827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Date Placeholder 3"/>
          <p:cNvSpPr txBox="1">
            <a:spLocks/>
          </p:cNvSpPr>
          <p:nvPr userDrawn="1"/>
        </p:nvSpPr>
        <p:spPr>
          <a:xfrm>
            <a:off x="9161932" y="6490708"/>
            <a:ext cx="2742486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CONFIDENTIAL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 descr="eClerx Digital Logo_Final_whit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981" y="2776752"/>
            <a:ext cx="4117891" cy="82703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07630" y="3692690"/>
            <a:ext cx="5586781" cy="535531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Content Placeholder 2"/>
          <p:cNvSpPr>
            <a:spLocks noGrp="1"/>
          </p:cNvSpPr>
          <p:nvPr userDrawn="1"/>
        </p:nvSpPr>
        <p:spPr>
          <a:xfrm>
            <a:off x="507630" y="5509291"/>
            <a:ext cx="1299458" cy="3139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Radley" charset="0"/>
                <a:ea typeface="Radley" charset="0"/>
                <a:cs typeface="Radley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Presented to:</a:t>
            </a:r>
          </a:p>
        </p:txBody>
      </p:sp>
    </p:spTree>
    <p:extLst>
      <p:ext uri="{BB962C8B-B14F-4D97-AF65-F5344CB8AC3E}">
        <p14:creationId xmlns:p14="http://schemas.microsoft.com/office/powerpoint/2010/main" val="348928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692" y="981803"/>
            <a:ext cx="11521440" cy="5253897"/>
          </a:xfrm>
        </p:spPr>
        <p:txBody>
          <a:bodyPr>
            <a:no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baseline="0"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07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364235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5878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 userDrawn="1"/>
        </p:nvGrpSpPr>
        <p:grpSpPr>
          <a:xfrm>
            <a:off x="97664" y="0"/>
            <a:ext cx="12094334" cy="6425914"/>
            <a:chOff x="4628443" y="-1"/>
            <a:chExt cx="8106948" cy="4307351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77586" y="-1"/>
              <a:ext cx="4557805" cy="4307351"/>
            </a:xfrm>
            <a:prstGeom prst="rect">
              <a:avLst/>
            </a:prstGeom>
          </p:spPr>
        </p:pic>
        <p:sp>
          <p:nvSpPr>
            <p:cNvPr id="37" name="Parallelogram 36"/>
            <p:cNvSpPr/>
            <p:nvPr/>
          </p:nvSpPr>
          <p:spPr>
            <a:xfrm>
              <a:off x="4881048" y="0"/>
              <a:ext cx="6294954" cy="4306734"/>
            </a:xfrm>
            <a:prstGeom prst="parallelogram">
              <a:avLst>
                <a:gd name="adj" fmla="val 60863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46" name="Parallelogram 45"/>
            <p:cNvSpPr/>
            <p:nvPr userDrawn="1"/>
          </p:nvSpPr>
          <p:spPr>
            <a:xfrm>
              <a:off x="5333999" y="0"/>
              <a:ext cx="7366001" cy="4306734"/>
            </a:xfrm>
            <a:prstGeom prst="parallelogram">
              <a:avLst>
                <a:gd name="adj" fmla="val 60863"/>
              </a:avLst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47" name="Parallelogram 46"/>
            <p:cNvSpPr/>
            <p:nvPr userDrawn="1"/>
          </p:nvSpPr>
          <p:spPr>
            <a:xfrm>
              <a:off x="4628443" y="0"/>
              <a:ext cx="7366001" cy="4306734"/>
            </a:xfrm>
            <a:prstGeom prst="parallelogram">
              <a:avLst>
                <a:gd name="adj" fmla="val 60863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Text Placeholder 11"/>
          <p:cNvSpPr>
            <a:spLocks noGrp="1"/>
          </p:cNvSpPr>
          <p:nvPr userDrawn="1">
            <p:ph type="body" sz="quarter" idx="13"/>
          </p:nvPr>
        </p:nvSpPr>
        <p:spPr>
          <a:xfrm>
            <a:off x="333692" y="1103767"/>
            <a:ext cx="8584957" cy="338554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783" indent="-228594">
              <a:buFont typeface="Calibri" panose="020F0502020204030204" pitchFamily="34" charset="0"/>
              <a:buChar char="-"/>
              <a:defRPr sz="18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Calibri" panose="020F0502020204030204" pitchFamily="34" charset="0"/>
              <a:buChar char="○"/>
              <a:defRPr sz="16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333692" y="2292406"/>
            <a:ext cx="2560320" cy="75699"/>
            <a:chOff x="316911" y="2292406"/>
            <a:chExt cx="3102564" cy="75699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316911" y="2354064"/>
              <a:ext cx="31025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 rot="5400000">
              <a:off x="483031" y="2126286"/>
              <a:ext cx="75699" cy="40793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4349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333692" y="271638"/>
            <a:ext cx="6073692" cy="424732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4"/>
          </p:nvPr>
        </p:nvSpPr>
        <p:spPr>
          <a:xfrm>
            <a:off x="333692" y="2390775"/>
            <a:ext cx="2560320" cy="80021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3346010" y="2292406"/>
            <a:ext cx="2560320" cy="75699"/>
            <a:chOff x="316911" y="2292406"/>
            <a:chExt cx="3102564" cy="75699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316911" y="2354064"/>
              <a:ext cx="31025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 rot="5400000">
              <a:off x="483031" y="2126286"/>
              <a:ext cx="75699" cy="40793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4349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0" name="Text Placeholder 4"/>
          <p:cNvSpPr>
            <a:spLocks noGrp="1"/>
          </p:cNvSpPr>
          <p:nvPr userDrawn="1">
            <p:ph type="body" sz="quarter" idx="15"/>
          </p:nvPr>
        </p:nvSpPr>
        <p:spPr>
          <a:xfrm>
            <a:off x="3346010" y="2390775"/>
            <a:ext cx="2560320" cy="80021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6358329" y="2292406"/>
            <a:ext cx="2560320" cy="75699"/>
            <a:chOff x="316911" y="2292406"/>
            <a:chExt cx="3102564" cy="75699"/>
          </a:xfrm>
        </p:grpSpPr>
        <p:cxnSp>
          <p:nvCxnSpPr>
            <p:cNvPr id="32" name="Straight Connector 31"/>
            <p:cNvCxnSpPr/>
            <p:nvPr/>
          </p:nvCxnSpPr>
          <p:spPr>
            <a:xfrm flipH="1">
              <a:off x="316911" y="2354064"/>
              <a:ext cx="31025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 rot="5400000">
              <a:off x="483031" y="2126286"/>
              <a:ext cx="75699" cy="40793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4349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4" name="Text Placeholder 4"/>
          <p:cNvSpPr>
            <a:spLocks noGrp="1"/>
          </p:cNvSpPr>
          <p:nvPr userDrawn="1">
            <p:ph type="body" sz="quarter" idx="16"/>
          </p:nvPr>
        </p:nvSpPr>
        <p:spPr>
          <a:xfrm>
            <a:off x="6358329" y="2390775"/>
            <a:ext cx="2560320" cy="80021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1" y="6430329"/>
            <a:ext cx="10004612" cy="323421"/>
          </a:xfrm>
          <a:prstGeom prst="rect">
            <a:avLst/>
          </a:prstGeom>
          <a:solidFill>
            <a:srgbClr val="A3A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Rectangle 17"/>
          <p:cNvSpPr/>
          <p:nvPr userDrawn="1"/>
        </p:nvSpPr>
        <p:spPr>
          <a:xfrm>
            <a:off x="9689355" y="6430329"/>
            <a:ext cx="659989" cy="323421"/>
          </a:xfrm>
          <a:custGeom>
            <a:avLst/>
            <a:gdLst>
              <a:gd name="connsiteX0" fmla="*/ 0 w 383764"/>
              <a:gd name="connsiteY0" fmla="*/ 0 h 323421"/>
              <a:gd name="connsiteX1" fmla="*/ 383764 w 383764"/>
              <a:gd name="connsiteY1" fmla="*/ 0 h 323421"/>
              <a:gd name="connsiteX2" fmla="*/ 383764 w 383764"/>
              <a:gd name="connsiteY2" fmla="*/ 323421 h 323421"/>
              <a:gd name="connsiteX3" fmla="*/ 0 w 383764"/>
              <a:gd name="connsiteY3" fmla="*/ 323421 h 323421"/>
              <a:gd name="connsiteX4" fmla="*/ 0 w 383764"/>
              <a:gd name="connsiteY4" fmla="*/ 0 h 323421"/>
              <a:gd name="connsiteX0" fmla="*/ 171450 w 555214"/>
              <a:gd name="connsiteY0" fmla="*/ 0 h 323421"/>
              <a:gd name="connsiteX1" fmla="*/ 555214 w 555214"/>
              <a:gd name="connsiteY1" fmla="*/ 0 h 323421"/>
              <a:gd name="connsiteX2" fmla="*/ 555214 w 555214"/>
              <a:gd name="connsiteY2" fmla="*/ 323421 h 323421"/>
              <a:gd name="connsiteX3" fmla="*/ 0 w 555214"/>
              <a:gd name="connsiteY3" fmla="*/ 323421 h 323421"/>
              <a:gd name="connsiteX4" fmla="*/ 171450 w 555214"/>
              <a:gd name="connsiteY4" fmla="*/ 0 h 32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214" h="323421">
                <a:moveTo>
                  <a:pt x="171450" y="0"/>
                </a:moveTo>
                <a:lnTo>
                  <a:pt x="555214" y="0"/>
                </a:lnTo>
                <a:lnTo>
                  <a:pt x="555214" y="323421"/>
                </a:lnTo>
                <a:lnTo>
                  <a:pt x="0" y="323421"/>
                </a:lnTo>
                <a:lnTo>
                  <a:pt x="171450" y="0"/>
                </a:lnTo>
                <a:close/>
              </a:path>
            </a:pathLst>
          </a:custGeom>
          <a:solidFill>
            <a:srgbClr val="174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Rectangle 40"/>
          <p:cNvSpPr/>
          <p:nvPr userDrawn="1"/>
        </p:nvSpPr>
        <p:spPr>
          <a:xfrm>
            <a:off x="11907837" y="6430329"/>
            <a:ext cx="288955" cy="323421"/>
          </a:xfrm>
          <a:prstGeom prst="rect">
            <a:avLst/>
          </a:prstGeom>
          <a:solidFill>
            <a:srgbClr val="174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Footer Placeholder 3"/>
          <p:cNvSpPr txBox="1">
            <a:spLocks/>
          </p:cNvSpPr>
          <p:nvPr userDrawn="1"/>
        </p:nvSpPr>
        <p:spPr>
          <a:xfrm>
            <a:off x="367557" y="6429703"/>
            <a:ext cx="1837761" cy="3138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prstClr val="white"/>
                </a:solidFill>
                <a:latin typeface="Calibri" panose="020F0502020204030204" pitchFamily="34" charset="0"/>
              </a:rPr>
              <a:t>ECLERXDIGITAL.COM</a:t>
            </a:r>
          </a:p>
        </p:txBody>
      </p:sp>
      <p:sp>
        <p:nvSpPr>
          <p:cNvPr id="43" name="TextBox 42"/>
          <p:cNvSpPr txBox="1"/>
          <p:nvPr userDrawn="1"/>
        </p:nvSpPr>
        <p:spPr>
          <a:xfrm flipH="1">
            <a:off x="9555795" y="6468929"/>
            <a:ext cx="762000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fld id="{8CF0BC52-D655-0E4A-A78C-598307FBA07D}" type="slidenum">
              <a:rPr lang="en-US" sz="1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Date Placeholder 3"/>
          <p:cNvSpPr txBox="1">
            <a:spLocks/>
          </p:cNvSpPr>
          <p:nvPr userDrawn="1"/>
        </p:nvSpPr>
        <p:spPr>
          <a:xfrm>
            <a:off x="6899679" y="6461232"/>
            <a:ext cx="2743200" cy="26161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CONFIDENTIAL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" name="Picture 44" descr="eClerx Digital Logo_Final.eps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6118" y="6484097"/>
            <a:ext cx="1264945" cy="25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2649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3" name="Straight Connector 2"/>
          <p:cNvCxnSpPr/>
          <p:nvPr userDrawn="1"/>
        </p:nvCxnSpPr>
        <p:spPr>
          <a:xfrm rot="5400000">
            <a:off x="1831506" y="1465081"/>
            <a:ext cx="0" cy="17970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 userDrawn="1"/>
        </p:nvSpPr>
        <p:spPr>
          <a:xfrm rot="5400000">
            <a:off x="1793657" y="2108412"/>
            <a:ext cx="75699" cy="4627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4349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 rot="5400000">
            <a:off x="6094412" y="1462813"/>
            <a:ext cx="0" cy="17970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 userDrawn="1"/>
        </p:nvSpPr>
        <p:spPr>
          <a:xfrm rot="5400000">
            <a:off x="6056563" y="2106144"/>
            <a:ext cx="75699" cy="4627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4349"/>
              </a:solidFill>
              <a:latin typeface="Calibri" panose="020F0502020204030204" pitchFamily="34" charset="0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 rot="5400000">
            <a:off x="10357317" y="1462136"/>
            <a:ext cx="0" cy="17970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 rot="5400000">
            <a:off x="10319468" y="2100704"/>
            <a:ext cx="75699" cy="4627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4349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33692" y="2571750"/>
            <a:ext cx="2995629" cy="9144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/>
            </a:lvl1pPr>
            <a:lvl2pPr marL="228600" indent="0" algn="ctr">
              <a:buFontTx/>
              <a:buNone/>
              <a:defRPr sz="1200"/>
            </a:lvl2pPr>
            <a:lvl3pPr marL="457200" indent="0" algn="ctr">
              <a:buFontTx/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596598" y="2578100"/>
            <a:ext cx="2995629" cy="9144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/>
            </a:lvl1pPr>
            <a:lvl2pPr marL="228600" indent="0" algn="ctr">
              <a:buFontTx/>
              <a:buNone/>
              <a:defRPr sz="1200"/>
            </a:lvl2pPr>
            <a:lvl3pPr marL="457200" indent="0" algn="ctr">
              <a:buFontTx/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859503" y="2578100"/>
            <a:ext cx="2995629" cy="9144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/>
            </a:lvl1pPr>
            <a:lvl2pPr marL="228600" indent="0" algn="ctr">
              <a:buFontTx/>
              <a:buNone/>
              <a:defRPr sz="1200"/>
            </a:lvl2pPr>
            <a:lvl3pPr marL="457200" indent="0" algn="ctr">
              <a:buFontTx/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7"/>
          </p:nvPr>
        </p:nvSpPr>
        <p:spPr>
          <a:xfrm>
            <a:off x="1269826" y="1600200"/>
            <a:ext cx="1123361" cy="584200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8"/>
          </p:nvPr>
        </p:nvSpPr>
        <p:spPr>
          <a:xfrm>
            <a:off x="5532732" y="1600200"/>
            <a:ext cx="1123361" cy="584200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9795637" y="1600200"/>
            <a:ext cx="1123361" cy="584200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63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rgbClr val="002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0" y="2985099"/>
            <a:ext cx="11186887" cy="1679195"/>
            <a:chOff x="-25401" y="2985099"/>
            <a:chExt cx="11186887" cy="1679195"/>
          </a:xfrm>
        </p:grpSpPr>
        <p:sp>
          <p:nvSpPr>
            <p:cNvPr id="12" name="Freeform 11"/>
            <p:cNvSpPr/>
            <p:nvPr userDrawn="1"/>
          </p:nvSpPr>
          <p:spPr>
            <a:xfrm>
              <a:off x="2017486" y="2985099"/>
              <a:ext cx="9144000" cy="1679195"/>
            </a:xfrm>
            <a:custGeom>
              <a:avLst/>
              <a:gdLst>
                <a:gd name="connsiteX0" fmla="*/ 0 w 10174514"/>
                <a:gd name="connsiteY0" fmla="*/ 0 h 1679195"/>
                <a:gd name="connsiteX1" fmla="*/ 10174514 w 10174514"/>
                <a:gd name="connsiteY1" fmla="*/ 0 h 1679195"/>
                <a:gd name="connsiteX2" fmla="*/ 10174514 w 10174514"/>
                <a:gd name="connsiteY2" fmla="*/ 1 h 1679195"/>
                <a:gd name="connsiteX3" fmla="*/ 9093554 w 10174514"/>
                <a:gd name="connsiteY3" fmla="*/ 1 h 1679195"/>
                <a:gd name="connsiteX4" fmla="*/ 10121055 w 10174514"/>
                <a:gd name="connsiteY4" fmla="*/ 1679195 h 1679195"/>
                <a:gd name="connsiteX5" fmla="*/ 0 w 10174514"/>
                <a:gd name="connsiteY5" fmla="*/ 1679195 h 167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74514" h="1679195">
                  <a:moveTo>
                    <a:pt x="0" y="0"/>
                  </a:moveTo>
                  <a:lnTo>
                    <a:pt x="10174514" y="0"/>
                  </a:lnTo>
                  <a:lnTo>
                    <a:pt x="10174514" y="1"/>
                  </a:lnTo>
                  <a:lnTo>
                    <a:pt x="9093554" y="1"/>
                  </a:lnTo>
                  <a:lnTo>
                    <a:pt x="10121055" y="1679195"/>
                  </a:lnTo>
                  <a:lnTo>
                    <a:pt x="0" y="1679195"/>
                  </a:lnTo>
                  <a:close/>
                </a:path>
              </a:pathLst>
            </a:custGeom>
            <a:solidFill>
              <a:srgbClr val="C7C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6" name="Rectangle 17"/>
            <p:cNvSpPr/>
            <p:nvPr userDrawn="1"/>
          </p:nvSpPr>
          <p:spPr>
            <a:xfrm flipH="1">
              <a:off x="124947" y="2985099"/>
              <a:ext cx="3327400" cy="1679195"/>
            </a:xfrm>
            <a:custGeom>
              <a:avLst/>
              <a:gdLst>
                <a:gd name="connsiteX0" fmla="*/ 0 w 383764"/>
                <a:gd name="connsiteY0" fmla="*/ 0 h 323421"/>
                <a:gd name="connsiteX1" fmla="*/ 383764 w 383764"/>
                <a:gd name="connsiteY1" fmla="*/ 0 h 323421"/>
                <a:gd name="connsiteX2" fmla="*/ 383764 w 383764"/>
                <a:gd name="connsiteY2" fmla="*/ 323421 h 323421"/>
                <a:gd name="connsiteX3" fmla="*/ 0 w 383764"/>
                <a:gd name="connsiteY3" fmla="*/ 323421 h 323421"/>
                <a:gd name="connsiteX4" fmla="*/ 0 w 383764"/>
                <a:gd name="connsiteY4" fmla="*/ 0 h 323421"/>
                <a:gd name="connsiteX0" fmla="*/ 171450 w 555214"/>
                <a:gd name="connsiteY0" fmla="*/ 0 h 323421"/>
                <a:gd name="connsiteX1" fmla="*/ 555214 w 555214"/>
                <a:gd name="connsiteY1" fmla="*/ 0 h 323421"/>
                <a:gd name="connsiteX2" fmla="*/ 555214 w 555214"/>
                <a:gd name="connsiteY2" fmla="*/ 323421 h 323421"/>
                <a:gd name="connsiteX3" fmla="*/ 0 w 555214"/>
                <a:gd name="connsiteY3" fmla="*/ 323421 h 323421"/>
                <a:gd name="connsiteX4" fmla="*/ 171450 w 555214"/>
                <a:gd name="connsiteY4" fmla="*/ 0 h 32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214" h="323421">
                  <a:moveTo>
                    <a:pt x="171450" y="0"/>
                  </a:moveTo>
                  <a:lnTo>
                    <a:pt x="555214" y="0"/>
                  </a:lnTo>
                  <a:lnTo>
                    <a:pt x="555214" y="323421"/>
                  </a:lnTo>
                  <a:lnTo>
                    <a:pt x="0" y="323421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4592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17" name="Rectangle 17"/>
            <p:cNvSpPr/>
            <p:nvPr userDrawn="1"/>
          </p:nvSpPr>
          <p:spPr>
            <a:xfrm flipH="1">
              <a:off x="-25401" y="2985100"/>
              <a:ext cx="3327400" cy="1679194"/>
            </a:xfrm>
            <a:custGeom>
              <a:avLst/>
              <a:gdLst>
                <a:gd name="connsiteX0" fmla="*/ 0 w 383764"/>
                <a:gd name="connsiteY0" fmla="*/ 0 h 323421"/>
                <a:gd name="connsiteX1" fmla="*/ 383764 w 383764"/>
                <a:gd name="connsiteY1" fmla="*/ 0 h 323421"/>
                <a:gd name="connsiteX2" fmla="*/ 383764 w 383764"/>
                <a:gd name="connsiteY2" fmla="*/ 323421 h 323421"/>
                <a:gd name="connsiteX3" fmla="*/ 0 w 383764"/>
                <a:gd name="connsiteY3" fmla="*/ 323421 h 323421"/>
                <a:gd name="connsiteX4" fmla="*/ 0 w 383764"/>
                <a:gd name="connsiteY4" fmla="*/ 0 h 323421"/>
                <a:gd name="connsiteX0" fmla="*/ 171450 w 555214"/>
                <a:gd name="connsiteY0" fmla="*/ 0 h 323421"/>
                <a:gd name="connsiteX1" fmla="*/ 555214 w 555214"/>
                <a:gd name="connsiteY1" fmla="*/ 0 h 323421"/>
                <a:gd name="connsiteX2" fmla="*/ 555214 w 555214"/>
                <a:gd name="connsiteY2" fmla="*/ 323421 h 323421"/>
                <a:gd name="connsiteX3" fmla="*/ 0 w 555214"/>
                <a:gd name="connsiteY3" fmla="*/ 323421 h 323421"/>
                <a:gd name="connsiteX4" fmla="*/ 171450 w 555214"/>
                <a:gd name="connsiteY4" fmla="*/ 0 h 32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214" h="323421">
                  <a:moveTo>
                    <a:pt x="171450" y="0"/>
                  </a:moveTo>
                  <a:lnTo>
                    <a:pt x="555214" y="0"/>
                  </a:lnTo>
                  <a:lnTo>
                    <a:pt x="555214" y="323421"/>
                  </a:lnTo>
                  <a:lnTo>
                    <a:pt x="0" y="323421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A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2000" y="3556931"/>
            <a:ext cx="5705051" cy="535531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16243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283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692" y="1338369"/>
            <a:ext cx="5577840" cy="4844716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 marL="914400" indent="-228600">
              <a:buSzPct val="80000"/>
              <a:buFont typeface="Wingdings" panose="05000000000000000000" pitchFamily="2" charset="2"/>
              <a:buChar char="§"/>
              <a:defRPr sz="1400"/>
            </a:lvl4pPr>
            <a:lvl5pPr marL="1143000" indent="-228600">
              <a:buSzPct val="80000"/>
              <a:buFont typeface="Wingdings" panose="05000000000000000000" pitchFamily="2" charset="2"/>
              <a:buChar char="v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6277292" y="1338369"/>
            <a:ext cx="5577840" cy="4844716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1" hasCustomPrompt="1"/>
          </p:nvPr>
        </p:nvSpPr>
        <p:spPr>
          <a:xfrm>
            <a:off x="3336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2" hasCustomPrompt="1"/>
          </p:nvPr>
        </p:nvSpPr>
        <p:spPr>
          <a:xfrm>
            <a:off x="62772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6253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692" y="1338369"/>
            <a:ext cx="3657600" cy="4844716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8197532" y="1338369"/>
            <a:ext cx="3657600" cy="4844716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1" hasCustomPrompt="1"/>
          </p:nvPr>
        </p:nvSpPr>
        <p:spPr>
          <a:xfrm>
            <a:off x="33369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2" hasCustomPrompt="1"/>
          </p:nvPr>
        </p:nvSpPr>
        <p:spPr>
          <a:xfrm>
            <a:off x="819753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3</a:t>
            </a:r>
            <a:endParaRPr lang="en-IN" dirty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265612" y="1338369"/>
            <a:ext cx="3657600" cy="4844716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5"/>
          <p:cNvSpPr>
            <a:spLocks noGrp="1"/>
          </p:cNvSpPr>
          <p:nvPr>
            <p:ph sz="quarter" idx="14" hasCustomPrompt="1"/>
          </p:nvPr>
        </p:nvSpPr>
        <p:spPr>
          <a:xfrm>
            <a:off x="426561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2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903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692" y="1338369"/>
            <a:ext cx="5577840" cy="2103120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6277292" y="1338369"/>
            <a:ext cx="5577840" cy="2103120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1" hasCustomPrompt="1"/>
          </p:nvPr>
        </p:nvSpPr>
        <p:spPr>
          <a:xfrm>
            <a:off x="3336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2" hasCustomPrompt="1"/>
          </p:nvPr>
        </p:nvSpPr>
        <p:spPr>
          <a:xfrm>
            <a:off x="62772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2</a:t>
            </a:r>
            <a:endParaRPr lang="en-IN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333692" y="4081569"/>
            <a:ext cx="5577840" cy="2103120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6277292" y="4081569"/>
            <a:ext cx="5577840" cy="2103120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5"/>
          <p:cNvSpPr>
            <a:spLocks noGrp="1"/>
          </p:cNvSpPr>
          <p:nvPr>
            <p:ph sz="quarter" idx="15" hasCustomPrompt="1"/>
          </p:nvPr>
        </p:nvSpPr>
        <p:spPr>
          <a:xfrm>
            <a:off x="333692" y="3716140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3</a:t>
            </a:r>
            <a:endParaRPr lang="en-IN" dirty="0"/>
          </a:p>
        </p:txBody>
      </p:sp>
      <p:sp>
        <p:nvSpPr>
          <p:cNvPr id="10" name="Content Placeholder 30"/>
          <p:cNvSpPr>
            <a:spLocks noGrp="1"/>
          </p:cNvSpPr>
          <p:nvPr>
            <p:ph sz="quarter" idx="16" hasCustomPrompt="1"/>
          </p:nvPr>
        </p:nvSpPr>
        <p:spPr>
          <a:xfrm>
            <a:off x="6277292" y="3716140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44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Quadrant Withou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911" y="981803"/>
            <a:ext cx="5577840" cy="2514600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6277292" y="981803"/>
            <a:ext cx="5577840" cy="2514600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1"/>
          </p:nvPr>
        </p:nvSpPr>
        <p:spPr>
          <a:xfrm>
            <a:off x="316910" y="3664860"/>
            <a:ext cx="5577840" cy="2518227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2"/>
          </p:nvPr>
        </p:nvSpPr>
        <p:spPr>
          <a:xfrm>
            <a:off x="6277292" y="3668485"/>
            <a:ext cx="5577840" cy="2514600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333692" y="1338369"/>
            <a:ext cx="5577840" cy="4844716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6277292" y="1338369"/>
            <a:ext cx="5577840" cy="4844716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3336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 hasCustomPrompt="1"/>
          </p:nvPr>
        </p:nvSpPr>
        <p:spPr>
          <a:xfrm>
            <a:off x="62772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488862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333692" y="1338369"/>
            <a:ext cx="3657600" cy="4844716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8197532" y="1338369"/>
            <a:ext cx="3657600" cy="4844716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33369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 hasCustomPrompt="1"/>
          </p:nvPr>
        </p:nvSpPr>
        <p:spPr>
          <a:xfrm>
            <a:off x="819753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Heading 3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4257221" y="1338369"/>
            <a:ext cx="3657600" cy="4844716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425722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20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333692" y="981803"/>
            <a:ext cx="3657600" cy="2370999"/>
          </a:xfr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 lang="en-US"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265612" y="981803"/>
            <a:ext cx="3657600" cy="2370999"/>
          </a:xfr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 lang="en-US"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8197532" y="981803"/>
            <a:ext cx="3657600" cy="2370999"/>
          </a:xfr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 lang="en-US"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33692" y="3377901"/>
            <a:ext cx="3657600" cy="2805186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8197532" y="3377901"/>
            <a:ext cx="3657600" cy="2805186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4265612" y="3377901"/>
            <a:ext cx="3657600" cy="2805186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746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333692" y="4109421"/>
            <a:ext cx="5577840" cy="2073664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6277292" y="4109421"/>
            <a:ext cx="5577840" cy="2073664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33692" y="1338369"/>
            <a:ext cx="5577840" cy="2745779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6277292" y="1352885"/>
            <a:ext cx="5577840" cy="2745779"/>
          </a:xfrm>
          <a:ln>
            <a:noFill/>
          </a:ln>
        </p:spPr>
        <p:txBody>
          <a:bodyPr wrap="square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3336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 hasCustomPrompt="1"/>
          </p:nvPr>
        </p:nvSpPr>
        <p:spPr>
          <a:xfrm>
            <a:off x="62772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3183935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(with picture in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432466" y="1435806"/>
            <a:ext cx="5380292" cy="207596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6376066" y="1435806"/>
            <a:ext cx="5380292" cy="207596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33692" y="1338369"/>
            <a:ext cx="5577840" cy="4846320"/>
          </a:xfrm>
          <a:ln>
            <a:noFill/>
          </a:ln>
        </p:spPr>
        <p:txBody>
          <a:bodyPr wrap="square" tIns="228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6277292" y="1338369"/>
            <a:ext cx="5577840" cy="4846320"/>
          </a:xfrm>
          <a:ln>
            <a:noFill/>
          </a:ln>
        </p:spPr>
        <p:txBody>
          <a:bodyPr wrap="square" tIns="228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3336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 hasCustomPrompt="1"/>
          </p:nvPr>
        </p:nvSpPr>
        <p:spPr>
          <a:xfrm>
            <a:off x="6277292" y="981803"/>
            <a:ext cx="557784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807912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(with picture in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23"/>
          </p:nvPr>
        </p:nvSpPr>
        <p:spPr>
          <a:xfrm>
            <a:off x="8197532" y="1338368"/>
            <a:ext cx="3657600" cy="4866490"/>
          </a:xfrm>
          <a:ln>
            <a:noFill/>
          </a:ln>
        </p:spPr>
        <p:txBody>
          <a:bodyPr wrap="square" tIns="228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33692" y="1338369"/>
            <a:ext cx="3657600" cy="4866490"/>
          </a:xfrm>
          <a:ln>
            <a:noFill/>
          </a:ln>
        </p:spPr>
        <p:txBody>
          <a:bodyPr wrap="square" tIns="2286000"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20"/>
          </p:nvPr>
        </p:nvSpPr>
        <p:spPr>
          <a:xfrm>
            <a:off x="4265612" y="1338368"/>
            <a:ext cx="3657600" cy="4866490"/>
          </a:xfrm>
          <a:ln>
            <a:noFill/>
          </a:ln>
        </p:spPr>
        <p:txBody>
          <a:bodyPr wrap="square" tIns="228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429704" y="1435806"/>
            <a:ext cx="3465576" cy="207596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361624" y="1435806"/>
            <a:ext cx="3465576" cy="207596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8293544" y="1435806"/>
            <a:ext cx="3465576" cy="207596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33369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426561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22" hasCustomPrompt="1"/>
          </p:nvPr>
        </p:nvSpPr>
        <p:spPr>
          <a:xfrm>
            <a:off x="8197532" y="981803"/>
            <a:ext cx="3657600" cy="369332"/>
          </a:xfrm>
          <a:solidFill>
            <a:schemeClr val="tx2"/>
          </a:solidFill>
          <a:ln>
            <a:noFill/>
          </a:ln>
          <a:effectLst/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724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3692" y="981803"/>
            <a:ext cx="11521440" cy="1649835"/>
          </a:xfrm>
          <a:ln>
            <a:solidFill>
              <a:schemeClr val="bg1">
                <a:lumMod val="65000"/>
              </a:schemeClr>
            </a:solidFill>
          </a:ln>
        </p:spPr>
        <p:txBody>
          <a:bodyPr wrap="square" lIns="2377440" tIns="4572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First and Last 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Office</a:t>
            </a:r>
          </a:p>
          <a:p>
            <a:pPr lvl="0"/>
            <a:r>
              <a:rPr lang="en-US" dirty="0"/>
              <a:t>Phone: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3692" y="271638"/>
            <a:ext cx="11521440" cy="424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433183" y="1094691"/>
            <a:ext cx="1828800" cy="1414954"/>
          </a:xfrm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333692" y="2777138"/>
            <a:ext cx="11521440" cy="1649835"/>
          </a:xfrm>
          <a:ln>
            <a:solidFill>
              <a:schemeClr val="bg1">
                <a:lumMod val="65000"/>
              </a:schemeClr>
            </a:solidFill>
          </a:ln>
        </p:spPr>
        <p:txBody>
          <a:bodyPr wrap="square" lIns="2377440" tIns="4572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First and Last 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Office</a:t>
            </a:r>
          </a:p>
          <a:p>
            <a:pPr lvl="0"/>
            <a:r>
              <a:rPr lang="en-US" dirty="0"/>
              <a:t>Phone: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433183" y="2892302"/>
            <a:ext cx="1828800" cy="1414954"/>
          </a:xfrm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333692" y="4572472"/>
            <a:ext cx="11521440" cy="1649835"/>
          </a:xfrm>
          <a:ln>
            <a:solidFill>
              <a:schemeClr val="bg1">
                <a:lumMod val="65000"/>
              </a:schemeClr>
            </a:solidFill>
          </a:ln>
        </p:spPr>
        <p:txBody>
          <a:bodyPr wrap="square" lIns="2377440" tIns="4572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First and Last 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Office</a:t>
            </a:r>
          </a:p>
          <a:p>
            <a:pPr lvl="0"/>
            <a:r>
              <a:rPr lang="en-US" dirty="0"/>
              <a:t>Phone: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433183" y="4689912"/>
            <a:ext cx="1828800" cy="1414954"/>
          </a:xfrm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30329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430329"/>
            <a:ext cx="10004612" cy="323421"/>
          </a:xfrm>
          <a:prstGeom prst="rect">
            <a:avLst/>
          </a:prstGeom>
          <a:solidFill>
            <a:srgbClr val="A3A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17"/>
          <p:cNvSpPr/>
          <p:nvPr userDrawn="1"/>
        </p:nvSpPr>
        <p:spPr>
          <a:xfrm>
            <a:off x="9689355" y="6430329"/>
            <a:ext cx="659989" cy="323421"/>
          </a:xfrm>
          <a:custGeom>
            <a:avLst/>
            <a:gdLst>
              <a:gd name="connsiteX0" fmla="*/ 0 w 383764"/>
              <a:gd name="connsiteY0" fmla="*/ 0 h 323421"/>
              <a:gd name="connsiteX1" fmla="*/ 383764 w 383764"/>
              <a:gd name="connsiteY1" fmla="*/ 0 h 323421"/>
              <a:gd name="connsiteX2" fmla="*/ 383764 w 383764"/>
              <a:gd name="connsiteY2" fmla="*/ 323421 h 323421"/>
              <a:gd name="connsiteX3" fmla="*/ 0 w 383764"/>
              <a:gd name="connsiteY3" fmla="*/ 323421 h 323421"/>
              <a:gd name="connsiteX4" fmla="*/ 0 w 383764"/>
              <a:gd name="connsiteY4" fmla="*/ 0 h 323421"/>
              <a:gd name="connsiteX0" fmla="*/ 171450 w 555214"/>
              <a:gd name="connsiteY0" fmla="*/ 0 h 323421"/>
              <a:gd name="connsiteX1" fmla="*/ 555214 w 555214"/>
              <a:gd name="connsiteY1" fmla="*/ 0 h 323421"/>
              <a:gd name="connsiteX2" fmla="*/ 555214 w 555214"/>
              <a:gd name="connsiteY2" fmla="*/ 323421 h 323421"/>
              <a:gd name="connsiteX3" fmla="*/ 0 w 555214"/>
              <a:gd name="connsiteY3" fmla="*/ 323421 h 323421"/>
              <a:gd name="connsiteX4" fmla="*/ 171450 w 555214"/>
              <a:gd name="connsiteY4" fmla="*/ 0 h 32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214" h="323421">
                <a:moveTo>
                  <a:pt x="171450" y="0"/>
                </a:moveTo>
                <a:lnTo>
                  <a:pt x="555214" y="0"/>
                </a:lnTo>
                <a:lnTo>
                  <a:pt x="555214" y="323421"/>
                </a:lnTo>
                <a:lnTo>
                  <a:pt x="0" y="323421"/>
                </a:lnTo>
                <a:lnTo>
                  <a:pt x="171450" y="0"/>
                </a:lnTo>
                <a:close/>
              </a:path>
            </a:pathLst>
          </a:custGeom>
          <a:solidFill>
            <a:srgbClr val="174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1907837" y="6430329"/>
            <a:ext cx="288955" cy="323421"/>
          </a:xfrm>
          <a:prstGeom prst="rect">
            <a:avLst/>
          </a:prstGeom>
          <a:solidFill>
            <a:srgbClr val="174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Footer Placeholder 3"/>
          <p:cNvSpPr txBox="1">
            <a:spLocks/>
          </p:cNvSpPr>
          <p:nvPr userDrawn="1"/>
        </p:nvSpPr>
        <p:spPr>
          <a:xfrm>
            <a:off x="367557" y="6429703"/>
            <a:ext cx="1837761" cy="3138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prstClr val="white"/>
                </a:solidFill>
                <a:latin typeface="Calibri" panose="020F0502020204030204" pitchFamily="34" charset="0"/>
              </a:rPr>
              <a:t>ECLERXDIGITAL.COM</a:t>
            </a:r>
          </a:p>
        </p:txBody>
      </p:sp>
      <p:sp>
        <p:nvSpPr>
          <p:cNvPr id="13" name="TextBox 12"/>
          <p:cNvSpPr txBox="1"/>
          <p:nvPr userDrawn="1"/>
        </p:nvSpPr>
        <p:spPr>
          <a:xfrm flipH="1">
            <a:off x="9555795" y="6468929"/>
            <a:ext cx="762000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fld id="{8CF0BC52-D655-0E4A-A78C-598307FBA07D}" type="slidenum">
              <a:rPr lang="en-US" sz="1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Date Placeholder 3"/>
          <p:cNvSpPr txBox="1">
            <a:spLocks/>
          </p:cNvSpPr>
          <p:nvPr userDrawn="1"/>
        </p:nvSpPr>
        <p:spPr>
          <a:xfrm>
            <a:off x="6899679" y="6461232"/>
            <a:ext cx="2743200" cy="26161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CONFIDENTIAL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 descr="eClerx Digital Logo_Final.eps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6118" y="6484097"/>
            <a:ext cx="1264945" cy="25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486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Bracket 4"/>
          <p:cNvSpPr/>
          <p:nvPr/>
        </p:nvSpPr>
        <p:spPr>
          <a:xfrm rot="5400000" flipV="1">
            <a:off x="8891064" y="484379"/>
            <a:ext cx="140606" cy="4668183"/>
          </a:xfrm>
          <a:prstGeom prst="rightBracket">
            <a:avLst>
              <a:gd name="adj" fmla="val 7178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</a:rPr>
              <a:t>z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047" y="3355493"/>
            <a:ext cx="1708680" cy="774148"/>
          </a:xfrm>
          <a:prstGeom prst="rect">
            <a:avLst/>
          </a:prstGeom>
          <a:solidFill>
            <a:srgbClr val="F7941C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R: 0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G: 43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B: 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6955" y="3355493"/>
            <a:ext cx="1708680" cy="774148"/>
          </a:xfrm>
          <a:prstGeom prst="rect">
            <a:avLst/>
          </a:prstGeom>
          <a:solidFill>
            <a:srgbClr val="1B5574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R: 204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G: 114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B: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6863" y="3355493"/>
            <a:ext cx="1708680" cy="774148"/>
          </a:xfrm>
          <a:prstGeom prst="rect">
            <a:avLst/>
          </a:prstGeom>
          <a:solidFill>
            <a:srgbClr val="4592CA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R: 253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</a:rPr>
              <a:t>G: 181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</a:rPr>
              <a:t>B: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6772" y="3355493"/>
            <a:ext cx="1708680" cy="774148"/>
          </a:xfrm>
          <a:prstGeom prst="rect">
            <a:avLst/>
          </a:prstGeom>
          <a:solidFill>
            <a:srgbClr val="A1C7E5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R:161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G: 199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B: 229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6680" y="3355493"/>
            <a:ext cx="1708680" cy="774148"/>
          </a:xfrm>
          <a:prstGeom prst="rect">
            <a:avLst/>
          </a:prstGeom>
          <a:solidFill>
            <a:srgbClr val="9DC83B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R: 157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</a:rPr>
              <a:t>G: 200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</a:rPr>
              <a:t>B: 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96585" y="3355493"/>
            <a:ext cx="1708680" cy="774148"/>
          </a:xfrm>
          <a:prstGeom prst="rect">
            <a:avLst/>
          </a:prstGeom>
          <a:solidFill>
            <a:srgbClr val="7F3F98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R: 127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G: 63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B: 152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047" y="5256838"/>
            <a:ext cx="1708680" cy="774148"/>
          </a:xfrm>
          <a:prstGeom prst="rect">
            <a:avLst/>
          </a:prstGeom>
          <a:solidFill>
            <a:srgbClr val="1C75BC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R: 28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G: 117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B: 188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6955" y="5256838"/>
            <a:ext cx="1708680" cy="774148"/>
          </a:xfrm>
          <a:prstGeom prst="rect">
            <a:avLst/>
          </a:prstGeom>
          <a:solidFill>
            <a:srgbClr val="1B5574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R: 27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G: 85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B: 116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047" y="1312616"/>
            <a:ext cx="1708680" cy="7741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R: 255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G: 255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B: 255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6718" y="1312616"/>
            <a:ext cx="1708680" cy="774148"/>
          </a:xfrm>
          <a:prstGeom prst="rect">
            <a:avLst/>
          </a:prstGeom>
          <a:solidFill>
            <a:srgbClr val="59595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R: 89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</a:rPr>
              <a:t>G: 89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</a:rPr>
              <a:t>B: 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549" y="950460"/>
            <a:ext cx="2675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-50" dirty="0">
                <a:solidFill>
                  <a:srgbClr val="595959"/>
                </a:solidFill>
                <a:latin typeface="+mj-lt"/>
              </a:rPr>
              <a:t>Background, Text, and Line Colors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545" y="2093579"/>
            <a:ext cx="170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Default background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244" y="2093579"/>
            <a:ext cx="170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Font color for text in white background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674" y="1312616"/>
            <a:ext cx="1708680" cy="774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R: 242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G: 242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B: 242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4345" y="1312616"/>
            <a:ext cx="1708680" cy="774148"/>
          </a:xfrm>
          <a:prstGeom prst="rect">
            <a:avLst/>
          </a:prstGeom>
          <a:solidFill>
            <a:srgbClr val="F7941C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R: 274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G: 148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B: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7108" y="2093579"/>
            <a:ext cx="170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Light shade for background highlighting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2315" y="2093579"/>
            <a:ext cx="170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Text font color for highlight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77" y="2987911"/>
            <a:ext cx="4467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-50" dirty="0">
                <a:solidFill>
                  <a:srgbClr val="595959"/>
                </a:solidFill>
                <a:latin typeface="+mj-lt"/>
              </a:rPr>
              <a:t>Accent Colors (Chart Fill/Line Color Sequence)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02" y="4129642"/>
            <a:ext cx="170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Accent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2813" y="4129642"/>
            <a:ext cx="170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Accent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8207" y="4129642"/>
            <a:ext cx="170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Accent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0273" y="4129642"/>
            <a:ext cx="170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Accent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0181" y="4129642"/>
            <a:ext cx="170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Accent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2443" y="4129642"/>
            <a:ext cx="170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Accent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548" y="4891043"/>
            <a:ext cx="1402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spc="-50">
                <a:latin typeface="+mj-lt"/>
              </a:defRPr>
            </a:lvl1pPr>
          </a:lstStyle>
          <a:p>
            <a:r>
              <a:rPr lang="en-US" b="1" dirty="0">
                <a:solidFill>
                  <a:srgbClr val="595959"/>
                </a:solidFill>
              </a:rPr>
              <a:t>Hyperlink Colors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545" y="6030987"/>
            <a:ext cx="170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Hyperlink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0455" y="6030987"/>
            <a:ext cx="2052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Followed hyperlink</a:t>
            </a:r>
          </a:p>
        </p:txBody>
      </p:sp>
      <p:sp>
        <p:nvSpPr>
          <p:cNvPr id="34" name="Right Bracket 33"/>
          <p:cNvSpPr/>
          <p:nvPr/>
        </p:nvSpPr>
        <p:spPr>
          <a:xfrm rot="5400000" flipV="1">
            <a:off x="3086228" y="1644532"/>
            <a:ext cx="170134" cy="5648501"/>
          </a:xfrm>
          <a:prstGeom prst="rightBracket">
            <a:avLst>
              <a:gd name="adj" fmla="val 7178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973539" y="4369628"/>
            <a:ext cx="239551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595959"/>
                </a:solidFill>
                <a:latin typeface="+mj-lt"/>
              </a:rPr>
              <a:t>Secondary Colors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8381" y="2724660"/>
            <a:ext cx="1613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595959"/>
                </a:solidFill>
                <a:latin typeface="+mj-lt"/>
              </a:rPr>
              <a:t>Primary Colors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0603" y="4406699"/>
            <a:ext cx="2221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595959"/>
                </a:solidFill>
                <a:latin typeface="+mj-lt"/>
              </a:rPr>
              <a:t>Secondary Color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4015" y="1312616"/>
            <a:ext cx="1708680" cy="7741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R: 191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G: 191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</a:rPr>
              <a:t>B: 191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7516" y="2093579"/>
            <a:ext cx="1708680" cy="276999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Default Line Color</a:t>
            </a:r>
          </a:p>
        </p:txBody>
      </p:sp>
      <p:sp>
        <p:nvSpPr>
          <p:cNvPr id="40" name="Rectangle 39"/>
          <p:cNvSpPr/>
          <p:nvPr userDrawn="1"/>
        </p:nvSpPr>
        <p:spPr>
          <a:xfrm>
            <a:off x="4266389" y="1312616"/>
            <a:ext cx="1707294" cy="774148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R: 0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G: 0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B: 0</a:t>
            </a:r>
          </a:p>
        </p:txBody>
      </p:sp>
      <p:sp>
        <p:nvSpPr>
          <p:cNvPr id="41" name="TextBox 20"/>
          <p:cNvSpPr txBox="1"/>
          <p:nvPr userDrawn="1"/>
        </p:nvSpPr>
        <p:spPr>
          <a:xfrm>
            <a:off x="4202922" y="2093579"/>
            <a:ext cx="1638713" cy="46166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Font color for text in shaded background</a:t>
            </a:r>
          </a:p>
        </p:txBody>
      </p:sp>
    </p:spTree>
    <p:extLst>
      <p:ext uri="{BB962C8B-B14F-4D97-AF65-F5344CB8AC3E}">
        <p14:creationId xmlns:p14="http://schemas.microsoft.com/office/powerpoint/2010/main" val="42849425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772651" y="6401129"/>
            <a:ext cx="430008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6550BC7-7D90-49D1-9B51-C16C704E94F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" y="5863613"/>
            <a:ext cx="12192000" cy="994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 userDrawn="1"/>
        </p:nvSpPr>
        <p:spPr>
          <a:xfrm>
            <a:off x="9772651" y="6401129"/>
            <a:ext cx="4300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550BC7-7D90-49D1-9B51-C16C704E94F3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C7C8CB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6" name="Picture 5" descr="eClerx Digital Logo_Final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8925" y="3024185"/>
            <a:ext cx="4068153" cy="816833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838200" y="278558"/>
            <a:ext cx="10515600" cy="586541"/>
          </a:xfrm>
          <a:prstGeom prst="rect">
            <a:avLst/>
          </a:prstGeom>
        </p:spPr>
        <p:txBody>
          <a:bodyPr/>
          <a:lstStyle/>
          <a:p>
            <a:r>
              <a:rPr lang="en-US" sz="3200" b="0" dirty="0">
                <a:solidFill>
                  <a:srgbClr val="3F4349"/>
                </a:solidFill>
                <a:latin typeface="Gill Sans MT" panose="020B0502020104020203" pitchFamily="34" charset="0"/>
              </a:rPr>
              <a:t>Thank You!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44484C-0E55-0143-871C-B209CD31828C}"/>
              </a:ext>
            </a:extLst>
          </p:cNvPr>
          <p:cNvSpPr/>
          <p:nvPr userDrawn="1"/>
        </p:nvSpPr>
        <p:spPr>
          <a:xfrm>
            <a:off x="5087259" y="882244"/>
            <a:ext cx="2017486" cy="45719"/>
          </a:xfrm>
          <a:prstGeom prst="rect">
            <a:avLst/>
          </a:prstGeom>
          <a:solidFill>
            <a:srgbClr val="F7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246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1624" y="3490288"/>
            <a:ext cx="8765578" cy="563231"/>
          </a:xfrm>
          <a:prstGeom prst="rect">
            <a:avLst/>
          </a:prstGeom>
        </p:spPr>
        <p:txBody>
          <a:bodyPr anchor="ctr"/>
          <a:lstStyle>
            <a:lvl1pPr algn="ctr">
              <a:defRPr sz="3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2291074"/>
            <a:ext cx="4060826" cy="816833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5085670" y="3271829"/>
            <a:ext cx="2017486" cy="45719"/>
          </a:xfrm>
          <a:prstGeom prst="rect">
            <a:avLst/>
          </a:prstGeom>
          <a:solidFill>
            <a:srgbClr val="F7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enter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910" y="271638"/>
            <a:ext cx="11555006" cy="424732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B5E664-0C9F-A24D-A839-BD9DAB4830F5}"/>
              </a:ext>
            </a:extLst>
          </p:cNvPr>
          <p:cNvSpPr/>
          <p:nvPr userDrawn="1"/>
        </p:nvSpPr>
        <p:spPr>
          <a:xfrm>
            <a:off x="4486751" y="0"/>
            <a:ext cx="3215326" cy="1185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599743" y="6577379"/>
            <a:ext cx="309700" cy="215444"/>
          </a:xfrm>
          <a:prstGeom prst="rect">
            <a:avLst/>
          </a:prstGeom>
          <a:noFill/>
        </p:spPr>
        <p:txBody>
          <a:bodyPr vert="horz" wrap="none" lIns="91416" tIns="45708" rIns="91416" bIns="45708" rtlCol="0" anchor="ctr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r"/>
            <a:fld id="{8778B5AF-9E1F-4B6F-BFCC-CCB7C3473770}" type="slidenum">
              <a:rPr 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pPr lvl="0" algn="r"/>
              <a:t>‹#›</a:t>
            </a:fld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130301" y="6607588"/>
            <a:ext cx="107387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8668660" y="6580048"/>
            <a:ext cx="2742486" cy="200055"/>
          </a:xfrm>
          <a:prstGeom prst="rect">
            <a:avLst/>
          </a:prstGeom>
        </p:spPr>
        <p:txBody>
          <a:bodyPr vert="horz" lIns="91416" tIns="45708" rIns="91416" bIns="45708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Roboto" charset="0"/>
                <a:cs typeface="Roboto" charset="0"/>
              </a:rPr>
              <a:t>Confidential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61721" y="6607591"/>
            <a:ext cx="2280373" cy="14563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l"/>
            <a:r>
              <a:rPr lang="en-I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www.eClerxCustomerOperations.com </a:t>
            </a:r>
          </a:p>
        </p:txBody>
      </p:sp>
      <p:pic>
        <p:nvPicPr>
          <p:cNvPr id="19" name="Picture 92" descr="C:\Users\jyoti.jadhav\Desktop\Template\Pre Sales\eClerxCustomerOps-LogoFinal-Colo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37" y="6369486"/>
            <a:ext cx="723966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5549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0544667" y="6505888"/>
            <a:ext cx="117211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Roboto" charset="0"/>
                <a:ea typeface="Roboto" charset="0"/>
                <a:cs typeface="Roboto" charset="0"/>
              </a:rPr>
              <a:t>CONFIDENTIAL</a:t>
            </a:r>
            <a:endParaRPr lang="en-US" sz="105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40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3692" y="981803"/>
            <a:ext cx="11521440" cy="525389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" y="6430329"/>
            <a:ext cx="10004612" cy="323421"/>
          </a:xfrm>
          <a:prstGeom prst="rect">
            <a:avLst/>
          </a:prstGeom>
          <a:solidFill>
            <a:srgbClr val="A3A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689355" y="6430329"/>
            <a:ext cx="659989" cy="323421"/>
          </a:xfrm>
          <a:custGeom>
            <a:avLst/>
            <a:gdLst>
              <a:gd name="connsiteX0" fmla="*/ 0 w 383764"/>
              <a:gd name="connsiteY0" fmla="*/ 0 h 323421"/>
              <a:gd name="connsiteX1" fmla="*/ 383764 w 383764"/>
              <a:gd name="connsiteY1" fmla="*/ 0 h 323421"/>
              <a:gd name="connsiteX2" fmla="*/ 383764 w 383764"/>
              <a:gd name="connsiteY2" fmla="*/ 323421 h 323421"/>
              <a:gd name="connsiteX3" fmla="*/ 0 w 383764"/>
              <a:gd name="connsiteY3" fmla="*/ 323421 h 323421"/>
              <a:gd name="connsiteX4" fmla="*/ 0 w 383764"/>
              <a:gd name="connsiteY4" fmla="*/ 0 h 323421"/>
              <a:gd name="connsiteX0" fmla="*/ 171450 w 555214"/>
              <a:gd name="connsiteY0" fmla="*/ 0 h 323421"/>
              <a:gd name="connsiteX1" fmla="*/ 555214 w 555214"/>
              <a:gd name="connsiteY1" fmla="*/ 0 h 323421"/>
              <a:gd name="connsiteX2" fmla="*/ 555214 w 555214"/>
              <a:gd name="connsiteY2" fmla="*/ 323421 h 323421"/>
              <a:gd name="connsiteX3" fmla="*/ 0 w 555214"/>
              <a:gd name="connsiteY3" fmla="*/ 323421 h 323421"/>
              <a:gd name="connsiteX4" fmla="*/ 171450 w 555214"/>
              <a:gd name="connsiteY4" fmla="*/ 0 h 32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214" h="323421">
                <a:moveTo>
                  <a:pt x="171450" y="0"/>
                </a:moveTo>
                <a:lnTo>
                  <a:pt x="555214" y="0"/>
                </a:lnTo>
                <a:lnTo>
                  <a:pt x="555214" y="323421"/>
                </a:lnTo>
                <a:lnTo>
                  <a:pt x="0" y="323421"/>
                </a:lnTo>
                <a:lnTo>
                  <a:pt x="171450" y="0"/>
                </a:lnTo>
                <a:close/>
              </a:path>
            </a:pathLst>
          </a:custGeom>
          <a:solidFill>
            <a:srgbClr val="002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907837" y="6430329"/>
            <a:ext cx="288955" cy="323421"/>
          </a:xfrm>
          <a:prstGeom prst="rect">
            <a:avLst/>
          </a:prstGeom>
          <a:solidFill>
            <a:srgbClr val="002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Footer Placeholder 3"/>
          <p:cNvSpPr txBox="1">
            <a:spLocks/>
          </p:cNvSpPr>
          <p:nvPr/>
        </p:nvSpPr>
        <p:spPr>
          <a:xfrm>
            <a:off x="367557" y="6429703"/>
            <a:ext cx="1837761" cy="3138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prstClr val="white"/>
                </a:solidFill>
                <a:latin typeface="Calibri" panose="020F0502020204030204" pitchFamily="34" charset="0"/>
              </a:rPr>
              <a:t>ECLERXDIGITAL.COM</a:t>
            </a:r>
          </a:p>
        </p:txBody>
      </p:sp>
      <p:sp>
        <p:nvSpPr>
          <p:cNvPr id="21" name="TextBox 20"/>
          <p:cNvSpPr txBox="1"/>
          <p:nvPr/>
        </p:nvSpPr>
        <p:spPr>
          <a:xfrm flipH="1">
            <a:off x="9555795" y="6468929"/>
            <a:ext cx="762000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fld id="{8CF0BC52-D655-0E4A-A78C-598307FBA07D}" type="slidenum">
              <a:rPr lang="en-US" sz="1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256" y="6484097"/>
            <a:ext cx="1262668" cy="253985"/>
          </a:xfrm>
          <a:prstGeom prst="rect">
            <a:avLst/>
          </a:prstGeom>
        </p:spPr>
      </p:pic>
      <p:sp>
        <p:nvSpPr>
          <p:cNvPr id="23" name="Date Placeholder 3"/>
          <p:cNvSpPr txBox="1">
            <a:spLocks/>
          </p:cNvSpPr>
          <p:nvPr/>
        </p:nvSpPr>
        <p:spPr>
          <a:xfrm>
            <a:off x="6899679" y="6461232"/>
            <a:ext cx="2743200" cy="26161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CONFIDENTIAL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019549A-F2F9-A54D-8248-668EDA7C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11" y="225338"/>
            <a:ext cx="1152144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DC89A1-C61B-D94B-A923-B39CD5612C20}"/>
              </a:ext>
            </a:extLst>
          </p:cNvPr>
          <p:cNvSpPr/>
          <p:nvPr userDrawn="1"/>
        </p:nvSpPr>
        <p:spPr>
          <a:xfrm>
            <a:off x="5087258" y="793343"/>
            <a:ext cx="2017486" cy="45719"/>
          </a:xfrm>
          <a:prstGeom prst="rect">
            <a:avLst/>
          </a:prstGeom>
          <a:solidFill>
            <a:srgbClr val="F79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86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62" r:id="rId2"/>
    <p:sldLayoutId id="2147483671" r:id="rId3"/>
    <p:sldLayoutId id="2147483727" r:id="rId4"/>
    <p:sldLayoutId id="2147483728" r:id="rId5"/>
    <p:sldLayoutId id="2147483689" r:id="rId6"/>
    <p:sldLayoutId id="2147483681" r:id="rId7"/>
    <p:sldLayoutId id="2147483699" r:id="rId8"/>
    <p:sldLayoutId id="2147483700" r:id="rId9"/>
    <p:sldLayoutId id="2147483690" r:id="rId10"/>
    <p:sldLayoutId id="2147483682" r:id="rId11"/>
    <p:sldLayoutId id="2147483704" r:id="rId12"/>
    <p:sldLayoutId id="2147483697" r:id="rId13"/>
    <p:sldLayoutId id="2147483705" r:id="rId14"/>
    <p:sldLayoutId id="2147483706" r:id="rId15"/>
    <p:sldLayoutId id="2147483707" r:id="rId16"/>
    <p:sldLayoutId id="2147483688" r:id="rId17"/>
    <p:sldLayoutId id="2147483709" r:id="rId18"/>
    <p:sldLayoutId id="2147483729" r:id="rId19"/>
    <p:sldLayoutId id="2147483710" r:id="rId20"/>
    <p:sldLayoutId id="2147483661" r:id="rId21"/>
    <p:sldLayoutId id="2147483730" r:id="rId22"/>
    <p:sldLayoutId id="2147483739" r:id="rId2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2400" b="0" i="0" kern="1200" dirty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100000"/>
        <a:buFont typeface="Courier New" panose="02070309020205020404" pitchFamily="49" charset="0"/>
        <a:buChar char="o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60000"/>
        <a:buFont typeface="Wingdings" panose="05000000000000000000" pitchFamily="2" charset="2"/>
        <a:buChar char="v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21434" y="3699419"/>
            <a:ext cx="6179617" cy="535531"/>
          </a:xfrm>
        </p:spPr>
        <p:txBody>
          <a:bodyPr/>
          <a:lstStyle/>
          <a:p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Social Media </a:t>
            </a:r>
            <a:r>
              <a:rPr lang="en-US" sz="2800" b="1" smtClean="0">
                <a:latin typeface="Calibri" panose="020F0502020204030204" pitchFamily="34" charset="0"/>
                <a:cs typeface="Calibri" panose="020F0502020204030204" pitchFamily="34" charset="0"/>
              </a:rPr>
              <a:t>Analysis for CK and TH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4"/>
          <p:cNvSpPr txBox="1">
            <a:spLocks/>
          </p:cNvSpPr>
          <p:nvPr/>
        </p:nvSpPr>
        <p:spPr>
          <a:xfrm>
            <a:off x="1661778" y="5510802"/>
            <a:ext cx="2165918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2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Social Media Account User Base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463725"/>
              </p:ext>
            </p:extLst>
          </p:nvPr>
        </p:nvGraphicFramePr>
        <p:xfrm>
          <a:off x="333692" y="1238988"/>
          <a:ext cx="115214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392286387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5991319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47533897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660623188"/>
                    </a:ext>
                  </a:extLst>
                </a:gridCol>
                <a:gridCol w="1620667">
                  <a:extLst>
                    <a:ext uri="{9D8B030D-6E8A-4147-A177-3AD203B41FA5}">
                      <a16:colId xmlns:a16="http://schemas.microsoft.com/office/drawing/2014/main" val="4202732918"/>
                    </a:ext>
                  </a:extLst>
                </a:gridCol>
                <a:gridCol w="2219813">
                  <a:extLst>
                    <a:ext uri="{9D8B030D-6E8A-4147-A177-3AD203B41FA5}">
                      <a16:colId xmlns:a16="http://schemas.microsoft.com/office/drawing/2014/main" val="138967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Brand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Facebook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Twitter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Instagram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YouTube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Customer Review section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58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Calvin Klein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13.38M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3.6M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21M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257K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Yes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8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Tommy</a:t>
                      </a:r>
                      <a:r>
                        <a:rPr lang="en-IN" sz="1600" baseline="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Hilfiger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13.38M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1.5M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13.6M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82.5K</a:t>
                      </a:r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17643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 bwMode="auto">
          <a:xfrm>
            <a:off x="333692" y="2497540"/>
            <a:ext cx="11521440" cy="2661313"/>
          </a:xfrm>
          <a:prstGeom prst="round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42863" tIns="21431" rIns="42863" bIns="21431" numCol="1" rtlCol="0" anchor="t" anchorCtr="0" compatLnSpc="1">
            <a:prstTxWarp prst="textNoShape">
              <a:avLst/>
            </a:prstTxWarp>
          </a:bodyPr>
          <a:lstStyle/>
          <a:p>
            <a:r>
              <a:rPr lang="en-IN" sz="1600" b="1" u="sng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Notes</a:t>
            </a:r>
          </a:p>
          <a:p>
            <a:endParaRPr lang="en-IN" sz="1600" b="1" u="sng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Both brands have a very active social media listening teams. They are prompt to reply to most of the customer queries either on Facebook or Twitter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Most of the UGC generated for both brands is in non English. While Tommy Hilfiger team replies in English to such comments, CK has localized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Facebook categorizes CK as “very responsive” to messages posted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CK being an innerwear brand as well, their social media handles is filled up with pictures of models/ real people wearing just their innerwear</a:t>
            </a:r>
            <a:endParaRPr lang="en-IN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39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Examples of negative UGC - CK</a:t>
            </a:r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77" y="1351512"/>
            <a:ext cx="5614035" cy="9886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77" y="2647698"/>
            <a:ext cx="3509010" cy="1180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883" y="2647698"/>
            <a:ext cx="2926080" cy="1280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77" y="3927858"/>
            <a:ext cx="2434862" cy="22996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Picture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905" y="4328081"/>
            <a:ext cx="2902585" cy="1499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2" name="Picture 11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841" y="1425807"/>
            <a:ext cx="429768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3" name="Picture 12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05" y="2647698"/>
            <a:ext cx="2573020" cy="765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4" name="Picture 13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197" y="3494782"/>
            <a:ext cx="4305935" cy="88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5" name="Picture 14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410" y="4568083"/>
            <a:ext cx="2785745" cy="744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6" name="Picture 15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102" y="5532007"/>
            <a:ext cx="2626360" cy="7232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629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Examples of negative UGC - TH</a:t>
            </a:r>
            <a:endParaRPr lang="en-IN" dirty="0"/>
          </a:p>
        </p:txBody>
      </p:sp>
      <p:pic>
        <p:nvPicPr>
          <p:cNvPr id="17" name="Picture 2" descr="image0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9" y="1009230"/>
            <a:ext cx="4297298" cy="1396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926" y="4011490"/>
            <a:ext cx="4815913" cy="1163846"/>
          </a:xfrm>
          <a:prstGeom prst="rect">
            <a:avLst/>
          </a:prstGeom>
        </p:spPr>
      </p:pic>
      <p:pic>
        <p:nvPicPr>
          <p:cNvPr id="19" name="Picture 13" descr="image0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437" y="1009230"/>
            <a:ext cx="3677236" cy="287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29" y="2454357"/>
            <a:ext cx="3265156" cy="300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9690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ClerxDigital-Template-Widescreen">
  <a:themeElements>
    <a:clrScheme name="Digital">
      <a:dk1>
        <a:sysClr val="windowText" lastClr="000000"/>
      </a:dk1>
      <a:lt1>
        <a:sysClr val="window" lastClr="FFFFFF"/>
      </a:lt1>
      <a:dk2>
        <a:srgbClr val="1C75BC"/>
      </a:dk2>
      <a:lt2>
        <a:srgbClr val="A1C7E5"/>
      </a:lt2>
      <a:accent1>
        <a:srgbClr val="F7941D"/>
      </a:accent1>
      <a:accent2>
        <a:srgbClr val="9DC83B"/>
      </a:accent2>
      <a:accent3>
        <a:srgbClr val="7F3F98"/>
      </a:accent3>
      <a:accent4>
        <a:srgbClr val="4592CA"/>
      </a:accent4>
      <a:accent5>
        <a:srgbClr val="1B5574"/>
      </a:accent5>
      <a:accent6>
        <a:srgbClr val="B4AC98"/>
      </a:accent6>
      <a:hlink>
        <a:srgbClr val="7F3F98"/>
      </a:hlink>
      <a:folHlink>
        <a:srgbClr val="B4AC98"/>
      </a:folHlink>
    </a:clrScheme>
    <a:fontScheme name="Digital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tx2"/>
        </a:solidFill>
        <a:ln>
          <a:noFill/>
        </a:ln>
        <a:extLst/>
      </a:spPr>
      <a:bodyPr vert="horz" wrap="square" lIns="42863" tIns="21431" rIns="42863" bIns="21431" numCol="1" anchor="t" anchorCtr="0" compatLnSpc="1">
        <a:prstTxWarp prst="textNoShape">
          <a:avLst/>
        </a:prstTxWarp>
      </a:bodyPr>
      <a:lstStyle>
        <a:defPPr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on8" id="{3D565EF7-B6DB-4D4A-BA05-86911481E06A}" vid="{F017319D-D13C-4BE7-8C2E-2EFE4429DE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eClerxDigital-Template-Widescreen</Template>
  <TotalTime>7161</TotalTime>
  <Words>140</Words>
  <Application>Microsoft Office PowerPoint</Application>
  <PresentationFormat>Custom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Gill Sans MT</vt:lpstr>
      <vt:lpstr>Radley</vt:lpstr>
      <vt:lpstr>Roboto</vt:lpstr>
      <vt:lpstr>Wingdings</vt:lpstr>
      <vt:lpstr>eClerxDigital-Template-Widescreen</vt:lpstr>
      <vt:lpstr>Social Media Analysis for CK and TH</vt:lpstr>
      <vt:lpstr>Social Media Account User Base</vt:lpstr>
      <vt:lpstr>Examples of negative UGC - CK</vt:lpstr>
      <vt:lpstr>Examples of negative UGC - TH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Jayshri Dnyaneshwar Narwade</dc:creator>
  <cp:lastModifiedBy>Jatin Salve</cp:lastModifiedBy>
  <cp:revision>1033</cp:revision>
  <cp:lastPrinted>2020-04-28T12:13:52Z</cp:lastPrinted>
  <dcterms:created xsi:type="dcterms:W3CDTF">2018-08-28T09:13:30Z</dcterms:created>
  <dcterms:modified xsi:type="dcterms:W3CDTF">2020-09-21T14:46:26Z</dcterms:modified>
</cp:coreProperties>
</file>