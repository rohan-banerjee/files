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5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029" autoAdjust="0"/>
  </p:normalViewPr>
  <p:slideViewPr>
    <p:cSldViewPr snapToGrid="0">
      <p:cViewPr varScale="1">
        <p:scale>
          <a:sx n="61" d="100"/>
          <a:sy n="61" d="100"/>
        </p:scale>
        <p:origin x="10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8ECF8-C0B7-46DE-9555-9EAD3767BAEB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C26E8-E600-49F9-A047-FD63A57C6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4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 is precious</a:t>
            </a:r>
            <a:r>
              <a:rPr lang="en-US" baseline="0" dirty="0" smtClean="0"/>
              <a:t> that you join in the global fight against racism. But why don’t you fight for the rights of the employees of your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C26E8-E600-49F9-A047-FD63A57C628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8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1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82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5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11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0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6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0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6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8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399C2-57FB-4EE4-9D56-7EE52AB18EDF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7C357-28D9-4726-8B9F-CC4BA3C0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5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twitter.com/TommyHilfiger/status/1278674987092717568?s=20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witter.com/TommyHilfiger/status/1284913943337730055?s=20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acebook.com/watch/?v=2555754941357650&amp;extid=sIUdnHFyHu6dy1M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image0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45" y="1309548"/>
            <a:ext cx="587692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3" descr="image0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970" y="1897157"/>
            <a:ext cx="61912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0" descr="image0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67" y="3525970"/>
            <a:ext cx="56959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89720" y="940216"/>
            <a:ext cx="3011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u="sng" smtClean="0">
                <a:solidFill>
                  <a:srgbClr val="1F497D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Terrorist word in the comment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43592" y="1527825"/>
            <a:ext cx="1602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Offensive posts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0567" y="3156638"/>
            <a:ext cx="838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u="sng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Politics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3045" y="2655136"/>
            <a:ext cx="84908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u="sn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5"/>
              </a:rPr>
              <a:t>https://twitter.com/TommyHilfiger/status/1278674987092717568?s=20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54" y="5358829"/>
            <a:ext cx="5886450" cy="11620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5404" y="48971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hlinkClick r:id="rId5"/>
              </a:rPr>
              <a:t>https://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hlinkClick r:id="rId5"/>
              </a:rPr>
              <a:t>twitter.com/TommyHilfiger/status/1278674987092717568?s=20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6757851" y="66268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https://twitter.com/TommyHilfiger/status/1278674987092717568?s=20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3737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0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2" y="1789324"/>
            <a:ext cx="57150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8" descr="image0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274" y="1574171"/>
            <a:ext cx="539115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1411" y="1204839"/>
            <a:ext cx="3001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u="sng" dirty="0">
                <a:solidFill>
                  <a:srgbClr val="1F497D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Twitter – unsatisfied customer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46463" y="1204839"/>
            <a:ext cx="3291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1F497D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Response is not appropriate here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78" y="3861852"/>
            <a:ext cx="5715000" cy="13811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2025" y="524297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hlinkClick r:id="rId6"/>
              </a:rPr>
              <a:t>https://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hlinkClick r:id="rId6"/>
              </a:rPr>
              <a:t>twitter.com/TommyHilfiger/status/1284913943337730055?s=20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6708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839" y="2020757"/>
            <a:ext cx="4733925" cy="3914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80" y="1516840"/>
            <a:ext cx="4619625" cy="42576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5718" y="572005"/>
            <a:ext cx="99181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497D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For example one user putting this </a:t>
            </a:r>
            <a:r>
              <a:rPr lang="en-US" u="sng" dirty="0">
                <a:solidFill>
                  <a:srgbClr val="1F497D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comment multiple times but this has not been addressed</a:t>
            </a:r>
            <a:r>
              <a:rPr lang="en-US" dirty="0">
                <a:solidFill>
                  <a:srgbClr val="1F497D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 –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u="sng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4"/>
              </a:rPr>
              <a:t>https://www.facebook.com/watch/?v=2555754941357650&amp;extid=sIUdnHFyHu6dy1Mn</a:t>
            </a:r>
            <a:r>
              <a:rPr lang="en-US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51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82" y="727165"/>
            <a:ext cx="4972050" cy="2124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420" y="727165"/>
            <a:ext cx="4848225" cy="4229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870" y="2851240"/>
            <a:ext cx="4543425" cy="38957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4716" y="256596"/>
            <a:ext cx="3496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497D"/>
                </a:solidFill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Few examples Tommy is very active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985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77" y="1207545"/>
            <a:ext cx="5266842" cy="43523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252" y="1679824"/>
            <a:ext cx="53911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41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85</Words>
  <Application>Microsoft Office PowerPoint</Application>
  <PresentationFormat>Widescreen</PresentationFormat>
  <Paragraphs>14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Mangala Bhardwaj</dc:creator>
  <cp:lastModifiedBy>Mangala Bhardwaj</cp:lastModifiedBy>
  <cp:revision>10</cp:revision>
  <dcterms:created xsi:type="dcterms:W3CDTF">2020-09-18T15:07:28Z</dcterms:created>
  <dcterms:modified xsi:type="dcterms:W3CDTF">2020-09-21T08:20:14Z</dcterms:modified>
</cp:coreProperties>
</file>